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683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E7FC3-3190-49F5-B2B6-DF4E3810A94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07E21-DE09-46DB-99C7-AFFA561933C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E7FC3-3190-49F5-B2B6-DF4E3810A94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07E21-DE09-46DB-99C7-AFFA561933C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E7FC3-3190-49F5-B2B6-DF4E3810A94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07E21-DE09-46DB-99C7-AFFA561933C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E7FC3-3190-49F5-B2B6-DF4E3810A94B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07E21-DE09-46DB-99C7-AFFA561933C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E7FC3-3190-49F5-B2B6-DF4E3810A94B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07E21-DE09-46DB-99C7-AFFA561933C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E7FC3-3190-49F5-B2B6-DF4E3810A94B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07E21-DE09-46DB-99C7-AFFA561933C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E7FC3-3190-49F5-B2B6-DF4E3810A94B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07E21-DE09-46DB-99C7-AFFA561933C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0965" indent="0">
              <a:buNone/>
              <a:defRPr sz="1000"/>
            </a:lvl4pPr>
            <a:lvl5pPr marL="1828165" indent="0">
              <a:buNone/>
              <a:defRPr sz="1000"/>
            </a:lvl5pPr>
            <a:lvl6pPr marL="2285365" indent="0">
              <a:buNone/>
              <a:defRPr sz="1000"/>
            </a:lvl6pPr>
            <a:lvl7pPr marL="2742565" indent="0">
              <a:buNone/>
              <a:defRPr sz="1000"/>
            </a:lvl7pPr>
            <a:lvl8pPr marL="3199130" indent="0">
              <a:buNone/>
              <a:defRPr sz="1000"/>
            </a:lvl8pPr>
            <a:lvl9pPr marL="365633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E7FC3-3190-49F5-B2B6-DF4E3810A94B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07E21-DE09-46DB-99C7-AFFA561933C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E7FC3-3190-49F5-B2B6-DF4E3810A94B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07E21-DE09-46DB-99C7-AFFA561933C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E7FC3-3190-49F5-B2B6-DF4E3810A94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07E21-DE09-46DB-99C7-AFFA561933C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E7FC3-3190-49F5-B2B6-DF4E3810A94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07E21-DE09-46DB-99C7-AFFA561933C7}" type="slidenum">
              <a:rPr lang="en-IN" smtClean="0"/>
            </a:fld>
            <a:endParaRPr lang="en-IN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 panose="020B0604020202020204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E7FC3-3190-49F5-B2B6-DF4E3810A94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07E21-DE09-46DB-99C7-AFFA561933C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E7FC3-3190-49F5-B2B6-DF4E3810A94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07E21-DE09-46DB-99C7-AFFA561933C7}" type="slidenum">
              <a:rPr lang="en-IN" smtClean="0"/>
            </a:fld>
            <a:endParaRPr lang="en-IN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>
                  <a:lumMod val="60000"/>
                  <a:lumOff val="40000"/>
                </a:schemeClr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E7FC3-3190-49F5-B2B6-DF4E3810A94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07E21-DE09-46DB-99C7-AFFA561933C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E7FC3-3190-49F5-B2B6-DF4E3810A94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07E21-DE09-46DB-99C7-AFFA561933C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E7FC3-3190-49F5-B2B6-DF4E3810A94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207E21-DE09-46DB-99C7-AFFA561933C7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E7FC3-3190-49F5-B2B6-DF4E3810A94B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1207E21-DE09-46DB-99C7-AFFA561933C7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panose="05040102010807070707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91342" y="895176"/>
            <a:ext cx="9144000" cy="1110892"/>
          </a:xfrm>
        </p:spPr>
        <p:txBody>
          <a:bodyPr>
            <a:normAutofit/>
          </a:bodyPr>
          <a:lstStyle/>
          <a:p>
            <a:pPr algn="ctr"/>
            <a:r>
              <a:rPr lang="en-IN" dirty="0">
                <a:solidFill>
                  <a:schemeClr val="accent2">
                    <a:lumMod val="60000"/>
                    <a:lumOff val="40000"/>
                  </a:schemeClr>
                </a:solidFill>
                <a:latin typeface="Bahnschrift" panose="020B0502040204020203" pitchFamily="34" charset="0"/>
              </a:rPr>
              <a:t>Problem Statement:</a:t>
            </a:r>
            <a:endParaRPr lang="en-IN" dirty="0">
              <a:solidFill>
                <a:schemeClr val="accent2">
                  <a:lumMod val="60000"/>
                  <a:lumOff val="40000"/>
                </a:schemeClr>
              </a:solidFill>
              <a:latin typeface="Bahnschrift" panose="020B0502040204020203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6942" y="3773400"/>
            <a:ext cx="10058400" cy="2786888"/>
          </a:xfrm>
        </p:spPr>
        <p:txBody>
          <a:bodyPr>
            <a:noAutofit/>
          </a:bodyPr>
          <a:lstStyle/>
          <a:p>
            <a:pPr marL="171450" indent="-171450" algn="ctr">
              <a:buFont typeface="Wingdings" panose="05000000000000000000" pitchFamily="2" charset="2"/>
              <a:buChar char="§"/>
            </a:pPr>
            <a:endParaRPr lang="en-IN" sz="1100" b="1" dirty="0">
              <a:latin typeface="Arial Black" panose="020B0A04020102020204" pitchFamily="34" charset="0"/>
            </a:endParaRPr>
          </a:p>
          <a:p>
            <a:pPr algn="ctr"/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Arial Black" panose="020B0A04020102020204" pitchFamily="34" charset="0"/>
              </a:rPr>
              <a:t>DESIGN DYNAMOS</a:t>
            </a:r>
            <a:endParaRPr lang="en-IN" sz="3200" b="1" dirty="0">
              <a:solidFill>
                <a:schemeClr val="accent1">
                  <a:lumMod val="75000"/>
                </a:schemeClr>
              </a:solidFill>
              <a:latin typeface="Arial Black" panose="020B0A0402010202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endParaRPr lang="en-IN" sz="1600" b="1" dirty="0">
              <a:latin typeface="Arial Black" panose="020B0A0402010202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IN" sz="1600" b="1" dirty="0">
                <a:latin typeface="Arial Black" panose="020B0A04020102020204" pitchFamily="34" charset="0"/>
              </a:rPr>
              <a:t>25AM090		Saran R</a:t>
            </a:r>
            <a:endParaRPr lang="en-IN" sz="1600" b="1" dirty="0">
              <a:latin typeface="Arial Black" panose="020B0A0402010202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IN" sz="1600" b="1" dirty="0">
                <a:latin typeface="Arial Black" panose="020B0A04020102020204" pitchFamily="34" charset="0"/>
              </a:rPr>
              <a:t>25AM089		Santharam S</a:t>
            </a:r>
            <a:endParaRPr lang="en-IN" sz="1600" b="1" dirty="0">
              <a:latin typeface="Arial Black" panose="020B0A0402010202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IN" sz="1600" b="1" dirty="0">
                <a:latin typeface="Arial Black" panose="020B0A04020102020204" pitchFamily="34" charset="0"/>
              </a:rPr>
              <a:t>25AM091		</a:t>
            </a:r>
            <a:r>
              <a:rPr lang="en-IN" sz="1600" b="1" dirty="0" err="1">
                <a:latin typeface="Arial Black" panose="020B0A04020102020204" pitchFamily="34" charset="0"/>
              </a:rPr>
              <a:t>Sathurmugan</a:t>
            </a:r>
            <a:r>
              <a:rPr lang="en-IN" sz="1600" b="1" dirty="0">
                <a:latin typeface="Arial Black" panose="020B0A04020102020204" pitchFamily="34" charset="0"/>
              </a:rPr>
              <a:t> K</a:t>
            </a:r>
            <a:endParaRPr lang="en-IN" sz="1600" b="1" dirty="0">
              <a:latin typeface="Arial Black" panose="020B0A04020102020204" pitchFamily="34" charset="0"/>
            </a:endParaRPr>
          </a:p>
          <a:p>
            <a:pPr marL="285750" indent="-285750" algn="l">
              <a:buFont typeface="Wingdings" panose="05000000000000000000" pitchFamily="2" charset="2"/>
              <a:buChar char="ü"/>
            </a:pPr>
            <a:r>
              <a:rPr lang="en-IN" sz="1600" b="1" dirty="0">
                <a:latin typeface="Arial Black" panose="020B0A04020102020204" pitchFamily="34" charset="0"/>
              </a:rPr>
              <a:t>25AM107		Tamilselvan A</a:t>
            </a:r>
            <a:endParaRPr lang="en-IN" sz="1600" b="1" dirty="0">
              <a:latin typeface="Arial Black" panose="020B0A04020102020204" pitchFamily="34" charset="0"/>
            </a:endParaRPr>
          </a:p>
          <a:p>
            <a:pPr algn="l"/>
            <a:endParaRPr lang="en-IN" sz="1050" b="1" dirty="0">
              <a:latin typeface="Arial Black" panose="020B0A04020102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47" y="45427"/>
            <a:ext cx="2478200" cy="8141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569964" y="6375622"/>
            <a:ext cx="6499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U23CS381 – Application Design and Development</a:t>
            </a:r>
            <a:endParaRPr lang="en-IN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57612" y="2041425"/>
            <a:ext cx="11234338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4800" dirty="0"/>
              <a:t> </a:t>
            </a:r>
            <a:r>
              <a:rPr lang="fr-FR" sz="4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Lap Compare  –</a:t>
            </a:r>
            <a:endParaRPr lang="fr-FR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fr-FR" sz="4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Laptop </a:t>
            </a:r>
            <a:r>
              <a:rPr lang="fr-FR" sz="4800" b="1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Comparison</a:t>
            </a:r>
            <a:r>
              <a:rPr lang="fr-FR" sz="480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Page </a:t>
            </a:r>
            <a:endParaRPr lang="fr-FR" sz="4800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6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7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9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0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1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2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3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4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5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7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82219" y="651908"/>
            <a:ext cx="10058400" cy="814136"/>
          </a:xfrm>
        </p:spPr>
        <p:txBody>
          <a:bodyPr/>
          <a:lstStyle/>
          <a:p>
            <a:pPr algn="ctr"/>
            <a:r>
              <a:rPr lang="en-IN" dirty="0">
                <a:solidFill>
                  <a:schemeClr val="accent2">
                    <a:lumMod val="60000"/>
                    <a:lumOff val="40000"/>
                  </a:schemeClr>
                </a:solidFill>
                <a:latin typeface="Book Antiqua" panose="02040602050305030304" pitchFamily="18" charset="0"/>
              </a:rPr>
              <a:t>Website Workflow / User Flow</a:t>
            </a:r>
            <a:endParaRPr lang="en-IN" dirty="0">
              <a:solidFill>
                <a:schemeClr val="accent2">
                  <a:lumMod val="60000"/>
                  <a:lumOff val="40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6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1140164" y="1687625"/>
            <a:ext cx="10939555" cy="49500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r>
              <a:rPr lang="en-US" sz="1600" b="1" dirty="0"/>
              <a:t>Plan &amp; Select Features</a:t>
            </a:r>
            <a:br>
              <a:rPr lang="en-US" sz="1600" dirty="0"/>
            </a:br>
            <a:r>
              <a:rPr lang="en-US" sz="1600" dirty="0"/>
              <a:t>– Choose laptop models and decide comparison features (CPU, RAM, storage, GPU).</a:t>
            </a:r>
            <a:endParaRPr lang="en-US" sz="1600" dirty="0"/>
          </a:p>
          <a:p>
            <a:r>
              <a:rPr lang="en-US" sz="1600" b="1" dirty="0"/>
              <a:t>Create HTML Structure</a:t>
            </a:r>
            <a:br>
              <a:rPr lang="en-US" sz="1600" dirty="0"/>
            </a:br>
            <a:r>
              <a:rPr lang="en-US" sz="1600" dirty="0"/>
              <a:t>– Add dropdown menus for selecting two laptops.</a:t>
            </a:r>
            <a:br>
              <a:rPr lang="en-US" sz="1600" dirty="0"/>
            </a:br>
            <a:r>
              <a:rPr lang="en-US" sz="1600" dirty="0"/>
              <a:t>– Add a button to trigger comparison.</a:t>
            </a:r>
            <a:br>
              <a:rPr lang="en-US" sz="1600" dirty="0"/>
            </a:br>
            <a:r>
              <a:rPr lang="en-US" sz="1600" dirty="0"/>
              <a:t>– Create an empty </a:t>
            </a:r>
            <a:r>
              <a:rPr lang="en-US" dirty="0"/>
              <a:t>&lt;div&gt;</a:t>
            </a:r>
            <a:r>
              <a:rPr lang="en-US" sz="1600" dirty="0"/>
              <a:t> to display the table.</a:t>
            </a:r>
            <a:endParaRPr lang="en-US" sz="1600" dirty="0"/>
          </a:p>
          <a:p>
            <a:r>
              <a:rPr lang="en-US" sz="1600" b="1" dirty="0"/>
              <a:t>Store Laptop Data (JavaScript Arrays/Objects)</a:t>
            </a:r>
            <a:br>
              <a:rPr lang="en-US" sz="1600" dirty="0"/>
            </a:br>
            <a:r>
              <a:rPr lang="en-US" sz="1600" dirty="0"/>
              <a:t>– Store laptop details inside a JavaScript object/array.</a:t>
            </a:r>
            <a:endParaRPr lang="en-US" sz="1600" dirty="0"/>
          </a:p>
          <a:p>
            <a:r>
              <a:rPr lang="en-US" sz="1600" b="1" dirty="0"/>
              <a:t>Comparison Logic (JavaScript)</a:t>
            </a:r>
            <a:br>
              <a:rPr lang="en-US" sz="1600" dirty="0"/>
            </a:br>
            <a:r>
              <a:rPr lang="en-US" sz="1600" dirty="0"/>
              <a:t>– Check if both laptops are selected.</a:t>
            </a:r>
            <a:br>
              <a:rPr lang="en-US" sz="1600" dirty="0"/>
            </a:br>
            <a:r>
              <a:rPr lang="en-US" sz="1600" dirty="0"/>
              <a:t>– Compare features using conditions.</a:t>
            </a:r>
            <a:br>
              <a:rPr lang="en-US" sz="1600" dirty="0"/>
            </a:br>
            <a:r>
              <a:rPr lang="en-US" sz="1600" dirty="0"/>
              <a:t>– Dynamically generate a comparison table using DOM.</a:t>
            </a:r>
            <a:endParaRPr lang="en-US" sz="1600" dirty="0"/>
          </a:p>
          <a:p>
            <a:r>
              <a:rPr lang="en-US" sz="1600" b="1" dirty="0"/>
              <a:t>Display Results on Webpage</a:t>
            </a:r>
            <a:br>
              <a:rPr lang="en-US" sz="1600" dirty="0"/>
            </a:br>
            <a:r>
              <a:rPr lang="en-US" sz="1600" dirty="0"/>
              <a:t>– Insert the generated table into the result section.</a:t>
            </a:r>
            <a:endParaRPr lang="en-US" sz="1600" dirty="0"/>
          </a:p>
          <a:p>
            <a:r>
              <a:rPr lang="en-US" sz="1600" b="1" dirty="0"/>
              <a:t>Upload to GitHub</a:t>
            </a:r>
            <a:br>
              <a:rPr lang="en-US" sz="1600" dirty="0"/>
            </a:br>
            <a:r>
              <a:rPr lang="en-US" sz="1600" dirty="0"/>
              <a:t>– Use Git commands to commit and push project to GitHub.</a:t>
            </a:r>
            <a:endParaRPr lang="en-US" sz="1600" dirty="0"/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519" y="92072"/>
            <a:ext cx="2478200" cy="8141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57313" y="6594096"/>
            <a:ext cx="6499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U23CS381 – Application Design and Development</a:t>
            </a:r>
            <a:endParaRPr lang="en-IN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21156"/>
            <a:ext cx="10058400" cy="748454"/>
          </a:xfrm>
        </p:spPr>
        <p:txBody>
          <a:bodyPr>
            <a:normAutofit/>
          </a:bodyPr>
          <a:lstStyle/>
          <a:p>
            <a:pPr algn="ctr"/>
            <a:r>
              <a:rPr lang="en-IN" dirty="0">
                <a:solidFill>
                  <a:schemeClr val="accent2">
                    <a:lumMod val="60000"/>
                    <a:lumOff val="40000"/>
                  </a:schemeClr>
                </a:solidFill>
                <a:latin typeface="Book Antiqua" panose="02040602050305030304" pitchFamily="18" charset="0"/>
              </a:rPr>
              <a:t>Page Layout &amp; Structure</a:t>
            </a:r>
            <a:endParaRPr lang="en-IN" dirty="0">
              <a:solidFill>
                <a:schemeClr val="accent2">
                  <a:lumMod val="60000"/>
                  <a:lumOff val="40000"/>
                </a:schemeClr>
              </a:solidFill>
              <a:latin typeface="Book Antiqua" panose="02040602050305030304" pitchFamily="18" charset="0"/>
            </a:endParaRPr>
          </a:p>
        </p:txBody>
      </p:sp>
      <p:sp>
        <p:nvSpPr>
          <p:cNvPr id="9" name="Rectangle 4"/>
          <p:cNvSpPr>
            <a:spLocks noGrp="1" noChangeArrowheads="1"/>
          </p:cNvSpPr>
          <p:nvPr>
            <p:ph idx="1"/>
          </p:nvPr>
        </p:nvSpPr>
        <p:spPr bwMode="auto">
          <a:xfrm>
            <a:off x="1671304" y="2192126"/>
            <a:ext cx="781858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Header Section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Title: </a:t>
            </a:r>
            <a:r>
              <a:rPr kumimoji="0" lang="en-US" altLang="en-US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Lap Compare – Laptop Comparison</a:t>
            </a:r>
            <a:endParaRPr kumimoji="0" lang="en-US" altLang="en-US" b="0" i="1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Selection Section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Two dropdown menus to choose Laptop 1 and Laptop 2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“Compare” button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Comparison Result Section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Empty </a:t>
            </a:r>
            <a:r>
              <a:rPr lang="en-US" dirty="0"/>
              <a:t>&lt;div&gt; where the dynamic comparison table will be displayed.</a:t>
            </a:r>
            <a:endParaRPr lang="en-US" dirty="0"/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lang="en-US" dirty="0"/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Footer (Optional)</a:t>
            </a:r>
            <a:b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– Simple note or copyright line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519" y="82240"/>
            <a:ext cx="2478200" cy="8141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580596" y="6416261"/>
            <a:ext cx="6499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U23CS381 – Application Design and Development</a:t>
            </a:r>
            <a:endParaRPr lang="en-IN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6063" y="0"/>
            <a:ext cx="10058400" cy="840984"/>
          </a:xfrm>
        </p:spPr>
        <p:txBody>
          <a:bodyPr/>
          <a:lstStyle/>
          <a:p>
            <a:pPr algn="ctr"/>
            <a:r>
              <a:rPr lang="en-IN" dirty="0">
                <a:solidFill>
                  <a:schemeClr val="accent2">
                    <a:lumMod val="60000"/>
                    <a:lumOff val="40000"/>
                  </a:schemeClr>
                </a:solidFill>
                <a:latin typeface="Book Antiqua" panose="02040602050305030304" pitchFamily="18" charset="0"/>
              </a:rPr>
              <a:t>Screenshots</a:t>
            </a:r>
            <a:endParaRPr lang="en-IN" dirty="0">
              <a:solidFill>
                <a:schemeClr val="accent2">
                  <a:lumMod val="60000"/>
                  <a:lumOff val="40000"/>
                </a:schemeClr>
              </a:solidFill>
              <a:latin typeface="Book Antiqua" panose="02040602050305030304" pitchFamily="18" charset="0"/>
            </a:endParaRPr>
          </a:p>
        </p:txBody>
      </p:sp>
      <p:pic>
        <p:nvPicPr>
          <p:cNvPr id="7" name="Content Placeholder 6" descr="A screenshot of a computer&#10;&#10;AI-generated content may be incorrect."/>
          <p:cNvPicPr>
            <a:picLocks noGrp="1" noChangeAspect="1"/>
          </p:cNvPicPr>
          <p:nvPr>
            <p:ph idx="1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6607" y="3726094"/>
            <a:ext cx="6177311" cy="2762574"/>
          </a:xfr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1519" y="82240"/>
            <a:ext cx="2478200" cy="81413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92877" y="6488668"/>
            <a:ext cx="64991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U23CS381 – Application Design and Development</a:t>
            </a:r>
            <a:endParaRPr lang="en-IN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11" name="Picture 10" descr="A screenshot of a computer&#10;&#10;AI-generated content may be incorrect.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6606" y="621075"/>
            <a:ext cx="6177311" cy="298248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400">
        <p14:reveal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 shot of a computer&#10;&#10;AI-generated content may be incorrect.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7954" y="371249"/>
            <a:ext cx="10171822" cy="58487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1347</Words>
  <Application>WPS Presentation</Application>
  <PresentationFormat>Widescreen</PresentationFormat>
  <Paragraphs>43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8" baseType="lpstr">
      <vt:lpstr>Arial</vt:lpstr>
      <vt:lpstr>SimSun</vt:lpstr>
      <vt:lpstr>Wingdings</vt:lpstr>
      <vt:lpstr>Wingdings 3</vt:lpstr>
      <vt:lpstr>Arial</vt:lpstr>
      <vt:lpstr>Bahnschrift</vt:lpstr>
      <vt:lpstr>Arial Black</vt:lpstr>
      <vt:lpstr>Book Antiqua</vt:lpstr>
      <vt:lpstr>Trebuchet MS</vt:lpstr>
      <vt:lpstr>Microsoft YaHei</vt:lpstr>
      <vt:lpstr>Arial Unicode MS</vt:lpstr>
      <vt:lpstr>Calibri</vt:lpstr>
      <vt:lpstr>Facet</vt:lpstr>
      <vt:lpstr>Problem Statement:</vt:lpstr>
      <vt:lpstr>Website Workflow / User Flow</vt:lpstr>
      <vt:lpstr>Page Layout &amp; Structure</vt:lpstr>
      <vt:lpstr>Screenshots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PRAKASHAM P</dc:creator>
  <cp:lastModifiedBy>Santharam</cp:lastModifiedBy>
  <cp:revision>4</cp:revision>
  <dcterms:created xsi:type="dcterms:W3CDTF">2025-11-27T12:59:00Z</dcterms:created>
  <dcterms:modified xsi:type="dcterms:W3CDTF">2025-11-28T07:48:42Z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E51423C17B6E47CE8D843084B5259A77_12</vt:lpwstr>
  </property>
  <property fmtid="{D5CDD505-2E9C-101B-9397-08002B2CF9AE}" pid="3" name="KSOProductBuildVer">
    <vt:lpwstr>1033-12.2.0.23155</vt:lpwstr>
  </property>
</Properties>
</file>